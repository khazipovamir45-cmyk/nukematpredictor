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3" r:id="rId6"/>
    <p:sldId id="26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262626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31" autoAdjust="0"/>
    <p:restoredTop sz="94692"/>
  </p:normalViewPr>
  <p:slideViewPr>
    <p:cSldViewPr snapToGrid="0">
      <p:cViewPr>
        <p:scale>
          <a:sx n="75" d="100"/>
          <a:sy n="75" d="100"/>
        </p:scale>
        <p:origin x="66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3EF60-5CAC-4663-9CA4-C31D9091FFAB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3BD08-FE61-4529-B3BD-5331C97AD8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79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A0C73897-3176-7120-804D-F281C4C71BC3}"/>
              </a:ext>
            </a:extLst>
          </p:cNvPr>
          <p:cNvSpPr/>
          <p:nvPr userDrawn="1"/>
        </p:nvSpPr>
        <p:spPr>
          <a:xfrm>
            <a:off x="435202" y="377371"/>
            <a:ext cx="11321596" cy="599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BACKGROUND_IMAGE"/>
          <p:cNvSpPr>
            <a:spLocks noGrp="1"/>
          </p:cNvSpPr>
          <p:nvPr>
            <p:ph type="pic" sz="quarter" idx="10"/>
          </p:nvPr>
        </p:nvSpPr>
        <p:spPr>
          <a:xfrm>
            <a:off x="6908573" y="377371"/>
            <a:ext cx="4848225" cy="5980113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1" name="AVATAR_IMAGE"/>
          <p:cNvSpPr>
            <a:spLocks noGrp="1"/>
          </p:cNvSpPr>
          <p:nvPr>
            <p:ph type="pic" sz="quarter" idx="11"/>
          </p:nvPr>
        </p:nvSpPr>
        <p:spPr>
          <a:xfrm>
            <a:off x="838200" y="5365257"/>
            <a:ext cx="349805" cy="355005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ru-RU" dirty="0"/>
          </a:p>
          <a:p>
            <a:endParaRPr lang="ru-RU" dirty="0"/>
          </a:p>
        </p:txBody>
      </p:sp>
      <p:sp>
        <p:nvSpPr>
          <p:cNvPr id="30" name="HEADER"/>
          <p:cNvSpPr>
            <a:spLocks noGrp="1"/>
          </p:cNvSpPr>
          <p:nvPr>
            <p:ph type="title" hasCustomPrompt="1"/>
          </p:nvPr>
        </p:nvSpPr>
        <p:spPr>
          <a:xfrm>
            <a:off x="838200" y="933826"/>
            <a:ext cx="5105400" cy="1480458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</a:lstStyle>
          <a:p>
            <a:r>
              <a:rPr lang="en-US" dirty="0"/>
              <a:t>{{T_HEADER}}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sp>
        <p:nvSpPr>
          <p:cNvPr id="7" name="TEXT_1"/>
          <p:cNvSpPr>
            <a:spLocks noGrp="1"/>
          </p:cNvSpPr>
          <p:nvPr>
            <p:ph type="body" sz="quarter" idx="14" hasCustomPrompt="1"/>
          </p:nvPr>
        </p:nvSpPr>
        <p:spPr>
          <a:xfrm>
            <a:off x="823493" y="2874100"/>
            <a:ext cx="5551905" cy="15875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{{T_TEXT}}</a:t>
            </a:r>
          </a:p>
          <a:p>
            <a:pPr lvl="0"/>
            <a:endParaRPr lang="ru-RU" dirty="0"/>
          </a:p>
        </p:txBody>
      </p:sp>
      <p:sp>
        <p:nvSpPr>
          <p:cNvPr id="8" name="AUTHOR_NAME"/>
          <p:cNvSpPr>
            <a:spLocks noGrp="1"/>
          </p:cNvSpPr>
          <p:nvPr>
            <p:ph type="body" sz="quarter" idx="15" hasCustomPrompt="1"/>
          </p:nvPr>
        </p:nvSpPr>
        <p:spPr>
          <a:xfrm>
            <a:off x="1341490" y="5402101"/>
            <a:ext cx="5033907" cy="29790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>
                    <a:lumMod val="6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{{I_TEXT_1}}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2267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F1204FD5-EBE6-30A6-4EAC-35D6A8A90E61}"/>
              </a:ext>
            </a:extLst>
          </p:cNvPr>
          <p:cNvSpPr/>
          <p:nvPr userDrawn="1"/>
        </p:nvSpPr>
        <p:spPr>
          <a:xfrm>
            <a:off x="435202" y="377370"/>
            <a:ext cx="11321596" cy="5994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BACKGROUND_IMAGE"/>
          <p:cNvSpPr>
            <a:spLocks noGrp="1"/>
          </p:cNvSpPr>
          <p:nvPr>
            <p:ph type="pic" sz="quarter" idx="10"/>
          </p:nvPr>
        </p:nvSpPr>
        <p:spPr>
          <a:xfrm>
            <a:off x="449716" y="391886"/>
            <a:ext cx="4848225" cy="5980113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9" name="HEADER"/>
          <p:cNvSpPr>
            <a:spLocks noGrp="1"/>
          </p:cNvSpPr>
          <p:nvPr>
            <p:ph type="title" hasCustomPrompt="1"/>
          </p:nvPr>
        </p:nvSpPr>
        <p:spPr>
          <a:xfrm>
            <a:off x="5896866" y="1473169"/>
            <a:ext cx="5659632" cy="444531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</a:lstStyle>
          <a:p>
            <a:r>
              <a:rPr lang="en-US" dirty="0"/>
              <a:t>{{I_HEADER}}</a:t>
            </a:r>
            <a:br>
              <a:rPr lang="en-US" dirty="0"/>
            </a:br>
            <a:endParaRPr lang="ru-RU" dirty="0"/>
          </a:p>
        </p:txBody>
      </p:sp>
      <p:sp>
        <p:nvSpPr>
          <p:cNvPr id="21" name="TEXT_1"/>
          <p:cNvSpPr>
            <a:spLocks noGrp="1"/>
          </p:cNvSpPr>
          <p:nvPr>
            <p:ph type="body" sz="quarter" idx="11" hasCustomPrompt="1"/>
          </p:nvPr>
        </p:nvSpPr>
        <p:spPr>
          <a:xfrm>
            <a:off x="5896866" y="2362168"/>
            <a:ext cx="2637534" cy="3225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{{I_TEXT_1}}</a:t>
            </a:r>
          </a:p>
          <a:p>
            <a:pPr lvl="0"/>
            <a:endParaRPr lang="ru-RU" dirty="0"/>
          </a:p>
        </p:txBody>
      </p:sp>
      <p:sp>
        <p:nvSpPr>
          <p:cNvPr id="23" name="TEXT_2"/>
          <p:cNvSpPr>
            <a:spLocks noGrp="1"/>
          </p:cNvSpPr>
          <p:nvPr>
            <p:ph type="body" sz="quarter" idx="12" hasCustomPrompt="1"/>
          </p:nvPr>
        </p:nvSpPr>
        <p:spPr>
          <a:xfrm>
            <a:off x="8918964" y="2362168"/>
            <a:ext cx="2637534" cy="3225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{{I_TEXT_1}}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925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562FE4DC-E002-2993-16DA-3063A0399BD5}"/>
              </a:ext>
            </a:extLst>
          </p:cNvPr>
          <p:cNvSpPr/>
          <p:nvPr userDrawn="1"/>
        </p:nvSpPr>
        <p:spPr>
          <a:xfrm>
            <a:off x="435202" y="377370"/>
            <a:ext cx="11321596" cy="5993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3666" y="1703070"/>
            <a:ext cx="2819400" cy="24117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6" name="BACKGROUND_IMAGE"/>
          <p:cNvSpPr>
            <a:spLocks noGrp="1"/>
          </p:cNvSpPr>
          <p:nvPr>
            <p:ph type="pic" sz="quarter" idx="10"/>
          </p:nvPr>
        </p:nvSpPr>
        <p:spPr>
          <a:xfrm>
            <a:off x="6908573" y="377371"/>
            <a:ext cx="4848225" cy="5980113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HEADER"/>
          <p:cNvSpPr>
            <a:spLocks noGrp="1"/>
          </p:cNvSpPr>
          <p:nvPr>
            <p:ph type="title" hasCustomPrompt="1"/>
          </p:nvPr>
        </p:nvSpPr>
        <p:spPr>
          <a:xfrm>
            <a:off x="613666" y="749269"/>
            <a:ext cx="5977270" cy="444531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</a:lstStyle>
          <a:p>
            <a:r>
              <a:rPr lang="en-US" dirty="0"/>
              <a:t>{{S1_HEADER}}</a:t>
            </a:r>
            <a:br>
              <a:rPr lang="en-US" dirty="0"/>
            </a:br>
            <a:endParaRPr lang="ru-RU" dirty="0"/>
          </a:p>
        </p:txBody>
      </p:sp>
      <p:sp>
        <p:nvSpPr>
          <p:cNvPr id="8" name="TITLE_1"/>
          <p:cNvSpPr>
            <a:spLocks noGrp="1"/>
          </p:cNvSpPr>
          <p:nvPr>
            <p:ph type="body" sz="quarter" idx="11" hasCustomPrompt="1"/>
          </p:nvPr>
        </p:nvSpPr>
        <p:spPr>
          <a:xfrm>
            <a:off x="905766" y="2044668"/>
            <a:ext cx="2133373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{{S1_TITLE_1}}</a:t>
            </a:r>
          </a:p>
          <a:p>
            <a:pPr lvl="0"/>
            <a:endParaRPr lang="ru-RU" dirty="0"/>
          </a:p>
        </p:txBody>
      </p:sp>
      <p:sp>
        <p:nvSpPr>
          <p:cNvPr id="9" name="TEXT_1"/>
          <p:cNvSpPr>
            <a:spLocks noGrp="1"/>
          </p:cNvSpPr>
          <p:nvPr>
            <p:ph type="body" sz="quarter" idx="12" hasCustomPrompt="1"/>
          </p:nvPr>
        </p:nvSpPr>
        <p:spPr>
          <a:xfrm>
            <a:off x="905766" y="2451068"/>
            <a:ext cx="2133373" cy="12827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{{S1_TEXT_1}}</a:t>
            </a:r>
          </a:p>
          <a:p>
            <a:pPr lvl="0"/>
            <a:endParaRPr lang="ru-RU" dirty="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3771536" y="1703070"/>
            <a:ext cx="2819400" cy="24117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ITLE_2"/>
          <p:cNvSpPr>
            <a:spLocks noGrp="1"/>
          </p:cNvSpPr>
          <p:nvPr>
            <p:ph type="body" sz="quarter" idx="13" hasCustomPrompt="1"/>
          </p:nvPr>
        </p:nvSpPr>
        <p:spPr>
          <a:xfrm>
            <a:off x="4063636" y="2044668"/>
            <a:ext cx="2133373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{{S1_TITLE_2}}</a:t>
            </a:r>
          </a:p>
          <a:p>
            <a:pPr lvl="0"/>
            <a:endParaRPr lang="ru-RU" dirty="0"/>
          </a:p>
        </p:txBody>
      </p:sp>
      <p:sp>
        <p:nvSpPr>
          <p:cNvPr id="15" name="TEXT_2"/>
          <p:cNvSpPr>
            <a:spLocks noGrp="1"/>
          </p:cNvSpPr>
          <p:nvPr>
            <p:ph type="body" sz="quarter" idx="14" hasCustomPrompt="1"/>
          </p:nvPr>
        </p:nvSpPr>
        <p:spPr>
          <a:xfrm>
            <a:off x="4063636" y="2451068"/>
            <a:ext cx="2133373" cy="12827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{{S1_TEXT_2}}</a:t>
            </a:r>
          </a:p>
          <a:p>
            <a:pPr lvl="0"/>
            <a:endParaRPr lang="ru-RU" dirty="0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613666" y="4456398"/>
            <a:ext cx="5977270" cy="16724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ITLE_3"/>
          <p:cNvSpPr>
            <a:spLocks noGrp="1"/>
          </p:cNvSpPr>
          <p:nvPr>
            <p:ph type="body" sz="quarter" idx="15" hasCustomPrompt="1"/>
          </p:nvPr>
        </p:nvSpPr>
        <p:spPr>
          <a:xfrm>
            <a:off x="905766" y="4763770"/>
            <a:ext cx="2133373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{{S1_TITLE_3}}</a:t>
            </a:r>
          </a:p>
          <a:p>
            <a:pPr lvl="0"/>
            <a:endParaRPr lang="ru-RU" dirty="0"/>
          </a:p>
        </p:txBody>
      </p:sp>
      <p:sp>
        <p:nvSpPr>
          <p:cNvPr id="18" name="TEXT_3"/>
          <p:cNvSpPr>
            <a:spLocks noGrp="1"/>
          </p:cNvSpPr>
          <p:nvPr>
            <p:ph type="body" sz="quarter" idx="16" hasCustomPrompt="1"/>
          </p:nvPr>
        </p:nvSpPr>
        <p:spPr>
          <a:xfrm>
            <a:off x="905766" y="5170170"/>
            <a:ext cx="5291243" cy="5816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{{S1_TEXT_3}}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0641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A5E92940-9325-19E4-8B58-A9BB570EEB60}"/>
              </a:ext>
            </a:extLst>
          </p:cNvPr>
          <p:cNvSpPr/>
          <p:nvPr userDrawn="1"/>
        </p:nvSpPr>
        <p:spPr>
          <a:xfrm>
            <a:off x="435202" y="377370"/>
            <a:ext cx="11321596" cy="5993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BACKGROUND_IMAGE"/>
          <p:cNvSpPr>
            <a:spLocks noGrp="1"/>
          </p:cNvSpPr>
          <p:nvPr>
            <p:ph type="pic" sz="quarter" idx="10"/>
          </p:nvPr>
        </p:nvSpPr>
        <p:spPr>
          <a:xfrm>
            <a:off x="449716" y="391886"/>
            <a:ext cx="4848225" cy="5980113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ICON_1"/>
          <p:cNvSpPr>
            <a:spLocks noGrp="1"/>
          </p:cNvSpPr>
          <p:nvPr>
            <p:ph type="pic" sz="quarter" idx="11"/>
          </p:nvPr>
        </p:nvSpPr>
        <p:spPr>
          <a:xfrm>
            <a:off x="5744466" y="1541976"/>
            <a:ext cx="821434" cy="833645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ru-RU" dirty="0"/>
          </a:p>
          <a:p>
            <a:endParaRPr lang="ru-RU" dirty="0"/>
          </a:p>
        </p:txBody>
      </p:sp>
      <p:sp>
        <p:nvSpPr>
          <p:cNvPr id="5" name="HEADER"/>
          <p:cNvSpPr>
            <a:spLocks noGrp="1"/>
          </p:cNvSpPr>
          <p:nvPr>
            <p:ph type="title" hasCustomPrompt="1"/>
          </p:nvPr>
        </p:nvSpPr>
        <p:spPr>
          <a:xfrm>
            <a:off x="5744466" y="487429"/>
            <a:ext cx="5659632" cy="444531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</a:lstStyle>
          <a:p>
            <a:r>
              <a:rPr lang="en-US" dirty="0"/>
              <a:t>{{BL1_HEADER}}</a:t>
            </a:r>
            <a:br>
              <a:rPr lang="en-US" dirty="0"/>
            </a:br>
            <a:endParaRPr lang="ru-RU" dirty="0"/>
          </a:p>
        </p:txBody>
      </p:sp>
      <p:sp>
        <p:nvSpPr>
          <p:cNvPr id="6" name="TITLE_1"/>
          <p:cNvSpPr>
            <a:spLocks noGrp="1"/>
          </p:cNvSpPr>
          <p:nvPr>
            <p:ph type="body" sz="quarter" idx="12" hasCustomPrompt="1"/>
          </p:nvPr>
        </p:nvSpPr>
        <p:spPr>
          <a:xfrm>
            <a:off x="5744466" y="2597362"/>
            <a:ext cx="268883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{{BL1_TITLE_1}}</a:t>
            </a:r>
          </a:p>
          <a:p>
            <a:pPr lvl="0"/>
            <a:endParaRPr lang="ru-RU" dirty="0"/>
          </a:p>
        </p:txBody>
      </p:sp>
      <p:sp>
        <p:nvSpPr>
          <p:cNvPr id="7" name="TEXT_1"/>
          <p:cNvSpPr>
            <a:spLocks noGrp="1"/>
          </p:cNvSpPr>
          <p:nvPr>
            <p:ph type="body" sz="quarter" idx="13" hasCustomPrompt="1"/>
          </p:nvPr>
        </p:nvSpPr>
        <p:spPr>
          <a:xfrm>
            <a:off x="5744466" y="3003762"/>
            <a:ext cx="2688836" cy="6892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{{BL1_TEXT_1}}</a:t>
            </a:r>
          </a:p>
          <a:p>
            <a:pPr lvl="0"/>
            <a:endParaRPr lang="ru-RU" dirty="0"/>
          </a:p>
        </p:txBody>
      </p:sp>
      <p:sp>
        <p:nvSpPr>
          <p:cNvPr id="20" name="ICON_2"/>
          <p:cNvSpPr>
            <a:spLocks noGrp="1"/>
          </p:cNvSpPr>
          <p:nvPr>
            <p:ph type="pic" sz="quarter" idx="14"/>
          </p:nvPr>
        </p:nvSpPr>
        <p:spPr>
          <a:xfrm>
            <a:off x="8715262" y="1541976"/>
            <a:ext cx="821434" cy="833645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ru-RU" dirty="0"/>
          </a:p>
          <a:p>
            <a:endParaRPr lang="ru-RU" dirty="0"/>
          </a:p>
        </p:txBody>
      </p:sp>
      <p:sp>
        <p:nvSpPr>
          <p:cNvPr id="21" name="TITLE_2"/>
          <p:cNvSpPr>
            <a:spLocks noGrp="1"/>
          </p:cNvSpPr>
          <p:nvPr>
            <p:ph type="body" sz="quarter" idx="15" hasCustomPrompt="1"/>
          </p:nvPr>
        </p:nvSpPr>
        <p:spPr>
          <a:xfrm>
            <a:off x="8715262" y="2597362"/>
            <a:ext cx="268883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{{BL1_TITLE_2}}</a:t>
            </a:r>
          </a:p>
          <a:p>
            <a:pPr lvl="0"/>
            <a:endParaRPr lang="ru-RU" dirty="0"/>
          </a:p>
        </p:txBody>
      </p:sp>
      <p:sp>
        <p:nvSpPr>
          <p:cNvPr id="23" name="ICON_3"/>
          <p:cNvSpPr>
            <a:spLocks noGrp="1"/>
          </p:cNvSpPr>
          <p:nvPr>
            <p:ph type="pic" sz="quarter" idx="17"/>
          </p:nvPr>
        </p:nvSpPr>
        <p:spPr>
          <a:xfrm>
            <a:off x="5744466" y="4081276"/>
            <a:ext cx="821434" cy="833645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ru-RU" dirty="0"/>
          </a:p>
          <a:p>
            <a:endParaRPr lang="ru-RU" dirty="0"/>
          </a:p>
        </p:txBody>
      </p:sp>
      <p:sp>
        <p:nvSpPr>
          <p:cNvPr id="24" name="TITLE_3"/>
          <p:cNvSpPr>
            <a:spLocks noGrp="1"/>
          </p:cNvSpPr>
          <p:nvPr>
            <p:ph type="body" sz="quarter" idx="18" hasCustomPrompt="1"/>
          </p:nvPr>
        </p:nvSpPr>
        <p:spPr>
          <a:xfrm>
            <a:off x="5744466" y="5136662"/>
            <a:ext cx="268883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{{BL1_TITLE_3}}</a:t>
            </a:r>
          </a:p>
          <a:p>
            <a:pPr lvl="0"/>
            <a:endParaRPr lang="ru-RU" dirty="0"/>
          </a:p>
        </p:txBody>
      </p:sp>
      <p:sp>
        <p:nvSpPr>
          <p:cNvPr id="26" name="ICON_4"/>
          <p:cNvSpPr>
            <a:spLocks noGrp="1"/>
          </p:cNvSpPr>
          <p:nvPr>
            <p:ph type="pic" sz="quarter" idx="20"/>
          </p:nvPr>
        </p:nvSpPr>
        <p:spPr>
          <a:xfrm>
            <a:off x="8715262" y="4081276"/>
            <a:ext cx="821434" cy="833645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ru-RU" dirty="0"/>
          </a:p>
          <a:p>
            <a:endParaRPr lang="ru-RU" dirty="0"/>
          </a:p>
        </p:txBody>
      </p:sp>
      <p:sp>
        <p:nvSpPr>
          <p:cNvPr id="27" name="TITLE_4"/>
          <p:cNvSpPr>
            <a:spLocks noGrp="1"/>
          </p:cNvSpPr>
          <p:nvPr>
            <p:ph type="body" sz="quarter" idx="21" hasCustomPrompt="1"/>
          </p:nvPr>
        </p:nvSpPr>
        <p:spPr>
          <a:xfrm>
            <a:off x="8715262" y="5136662"/>
            <a:ext cx="268883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{{BL1_TITLE_4}}</a:t>
            </a:r>
          </a:p>
          <a:p>
            <a:pPr lvl="0"/>
            <a:endParaRPr lang="ru-RU" dirty="0"/>
          </a:p>
        </p:txBody>
      </p:sp>
      <p:sp>
        <p:nvSpPr>
          <p:cNvPr id="29" name="TEXT_2"/>
          <p:cNvSpPr>
            <a:spLocks noGrp="1"/>
          </p:cNvSpPr>
          <p:nvPr>
            <p:ph type="body" sz="quarter" idx="22" hasCustomPrompt="1"/>
          </p:nvPr>
        </p:nvSpPr>
        <p:spPr>
          <a:xfrm>
            <a:off x="8715262" y="3037323"/>
            <a:ext cx="2688836" cy="6892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{{BL1_TEXT_</a:t>
            </a:r>
            <a:r>
              <a:rPr lang="ru-RU" dirty="0"/>
              <a:t>2</a:t>
            </a:r>
            <a:r>
              <a:rPr lang="en-US" dirty="0"/>
              <a:t>}}</a:t>
            </a:r>
          </a:p>
          <a:p>
            <a:pPr lvl="0"/>
            <a:endParaRPr lang="ru-RU" dirty="0"/>
          </a:p>
        </p:txBody>
      </p:sp>
      <p:sp>
        <p:nvSpPr>
          <p:cNvPr id="30" name="TEXT_4"/>
          <p:cNvSpPr>
            <a:spLocks noGrp="1"/>
          </p:cNvSpPr>
          <p:nvPr>
            <p:ph type="body" sz="quarter" idx="23" hasCustomPrompt="1"/>
          </p:nvPr>
        </p:nvSpPr>
        <p:spPr>
          <a:xfrm>
            <a:off x="8715262" y="5550537"/>
            <a:ext cx="2688836" cy="6892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{{BL1_TEXT_</a:t>
            </a:r>
            <a:r>
              <a:rPr lang="ru-RU" dirty="0"/>
              <a:t>4</a:t>
            </a:r>
            <a:r>
              <a:rPr lang="en-US" dirty="0"/>
              <a:t>}}</a:t>
            </a:r>
          </a:p>
          <a:p>
            <a:pPr lvl="0"/>
            <a:endParaRPr lang="ru-RU" dirty="0"/>
          </a:p>
        </p:txBody>
      </p:sp>
      <p:sp>
        <p:nvSpPr>
          <p:cNvPr id="31" name="TEXT_3"/>
          <p:cNvSpPr>
            <a:spLocks noGrp="1"/>
          </p:cNvSpPr>
          <p:nvPr>
            <p:ph type="body" sz="quarter" idx="24" hasCustomPrompt="1"/>
          </p:nvPr>
        </p:nvSpPr>
        <p:spPr>
          <a:xfrm>
            <a:off x="5744466" y="5550537"/>
            <a:ext cx="2688836" cy="6892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{{BL1_TEXT_</a:t>
            </a:r>
            <a:r>
              <a:rPr lang="ru-RU" dirty="0"/>
              <a:t>3</a:t>
            </a:r>
            <a:r>
              <a:rPr lang="en-US" dirty="0"/>
              <a:t>}}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532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_IMAGE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16822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HEADER"/>
          <p:cNvSpPr>
            <a:spLocks noGrp="1"/>
          </p:cNvSpPr>
          <p:nvPr>
            <p:ph type="title" hasCustomPrompt="1"/>
          </p:nvPr>
        </p:nvSpPr>
        <p:spPr>
          <a:xfrm>
            <a:off x="613666" y="2628869"/>
            <a:ext cx="5977270" cy="444531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</a:lstStyle>
          <a:p>
            <a:r>
              <a:rPr lang="en-US" dirty="0"/>
              <a:t>{{BL2_HEADER}}</a:t>
            </a:r>
            <a:br>
              <a:rPr lang="en-US" dirty="0"/>
            </a:br>
            <a:endParaRPr lang="ru-RU" dirty="0"/>
          </a:p>
        </p:txBody>
      </p:sp>
      <p:sp>
        <p:nvSpPr>
          <p:cNvPr id="5" name="Овал 4"/>
          <p:cNvSpPr/>
          <p:nvPr userDrawn="1"/>
        </p:nvSpPr>
        <p:spPr>
          <a:xfrm>
            <a:off x="613666" y="3534047"/>
            <a:ext cx="656334" cy="653384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ICON_1"/>
          <p:cNvSpPr>
            <a:spLocks noGrp="1"/>
          </p:cNvSpPr>
          <p:nvPr>
            <p:ph type="pic" sz="quarter" idx="11"/>
          </p:nvPr>
        </p:nvSpPr>
        <p:spPr>
          <a:xfrm>
            <a:off x="729626" y="3645377"/>
            <a:ext cx="424414" cy="430723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ru-RU" dirty="0"/>
          </a:p>
          <a:p>
            <a:endParaRPr lang="ru-RU" dirty="0"/>
          </a:p>
        </p:txBody>
      </p:sp>
      <p:sp>
        <p:nvSpPr>
          <p:cNvPr id="7" name="TITLE_1"/>
          <p:cNvSpPr>
            <a:spLocks noGrp="1"/>
          </p:cNvSpPr>
          <p:nvPr>
            <p:ph type="body" sz="quarter" idx="12" hasCustomPrompt="1"/>
          </p:nvPr>
        </p:nvSpPr>
        <p:spPr>
          <a:xfrm>
            <a:off x="1471685" y="3454338"/>
            <a:ext cx="268883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{{BL2_TITLE_1}}</a:t>
            </a:r>
          </a:p>
          <a:p>
            <a:pPr lvl="0"/>
            <a:endParaRPr lang="ru-RU" dirty="0"/>
          </a:p>
        </p:txBody>
      </p:sp>
      <p:sp>
        <p:nvSpPr>
          <p:cNvPr id="8" name="TEXT_1"/>
          <p:cNvSpPr>
            <a:spLocks noGrp="1"/>
          </p:cNvSpPr>
          <p:nvPr>
            <p:ph type="body" sz="quarter" idx="13" hasCustomPrompt="1"/>
          </p:nvPr>
        </p:nvSpPr>
        <p:spPr>
          <a:xfrm>
            <a:off x="1471685" y="3860739"/>
            <a:ext cx="9840840" cy="368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{{BL2_TEXT_1}}</a:t>
            </a:r>
          </a:p>
        </p:txBody>
      </p:sp>
      <p:sp>
        <p:nvSpPr>
          <p:cNvPr id="9" name="Овал 8"/>
          <p:cNvSpPr/>
          <p:nvPr userDrawn="1"/>
        </p:nvSpPr>
        <p:spPr>
          <a:xfrm>
            <a:off x="613666" y="4575371"/>
            <a:ext cx="656334" cy="653384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ICON_2"/>
          <p:cNvSpPr>
            <a:spLocks noGrp="1"/>
          </p:cNvSpPr>
          <p:nvPr>
            <p:ph type="pic" sz="quarter" idx="14"/>
          </p:nvPr>
        </p:nvSpPr>
        <p:spPr>
          <a:xfrm>
            <a:off x="729626" y="4686701"/>
            <a:ext cx="424414" cy="430723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ru-RU" dirty="0"/>
          </a:p>
          <a:p>
            <a:endParaRPr lang="ru-RU" dirty="0"/>
          </a:p>
        </p:txBody>
      </p:sp>
      <p:sp>
        <p:nvSpPr>
          <p:cNvPr id="11" name="TITLE_2"/>
          <p:cNvSpPr>
            <a:spLocks noGrp="1"/>
          </p:cNvSpPr>
          <p:nvPr>
            <p:ph type="body" sz="quarter" idx="15" hasCustomPrompt="1"/>
          </p:nvPr>
        </p:nvSpPr>
        <p:spPr>
          <a:xfrm>
            <a:off x="1471685" y="4495662"/>
            <a:ext cx="268883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{{BL2_TITLE_</a:t>
            </a:r>
            <a:r>
              <a:rPr lang="ru-RU" dirty="0"/>
              <a:t>2</a:t>
            </a:r>
            <a:r>
              <a:rPr lang="en-US" dirty="0"/>
              <a:t>}}</a:t>
            </a:r>
          </a:p>
          <a:p>
            <a:pPr lvl="0"/>
            <a:endParaRPr lang="ru-RU" dirty="0"/>
          </a:p>
        </p:txBody>
      </p:sp>
      <p:sp>
        <p:nvSpPr>
          <p:cNvPr id="12" name="TEXT_2"/>
          <p:cNvSpPr>
            <a:spLocks noGrp="1"/>
          </p:cNvSpPr>
          <p:nvPr>
            <p:ph type="body" sz="quarter" idx="16" hasCustomPrompt="1"/>
          </p:nvPr>
        </p:nvSpPr>
        <p:spPr>
          <a:xfrm>
            <a:off x="1471685" y="4902063"/>
            <a:ext cx="9840840" cy="368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{{BL2_TEXT_</a:t>
            </a:r>
            <a:r>
              <a:rPr lang="ru-RU" dirty="0"/>
              <a:t>2</a:t>
            </a:r>
            <a:r>
              <a:rPr lang="en-US" dirty="0"/>
              <a:t>}}</a:t>
            </a:r>
          </a:p>
        </p:txBody>
      </p:sp>
      <p:sp>
        <p:nvSpPr>
          <p:cNvPr id="13" name="Овал 12"/>
          <p:cNvSpPr/>
          <p:nvPr userDrawn="1"/>
        </p:nvSpPr>
        <p:spPr>
          <a:xfrm>
            <a:off x="613666" y="5604103"/>
            <a:ext cx="656334" cy="653384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ICON_3"/>
          <p:cNvSpPr>
            <a:spLocks noGrp="1"/>
          </p:cNvSpPr>
          <p:nvPr>
            <p:ph type="pic" sz="quarter" idx="17"/>
          </p:nvPr>
        </p:nvSpPr>
        <p:spPr>
          <a:xfrm>
            <a:off x="729626" y="5715433"/>
            <a:ext cx="424414" cy="430723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ru-RU" dirty="0"/>
          </a:p>
          <a:p>
            <a:endParaRPr lang="ru-RU" dirty="0"/>
          </a:p>
        </p:txBody>
      </p:sp>
      <p:sp>
        <p:nvSpPr>
          <p:cNvPr id="15" name="TITLE_3"/>
          <p:cNvSpPr>
            <a:spLocks noGrp="1"/>
          </p:cNvSpPr>
          <p:nvPr>
            <p:ph type="body" sz="quarter" idx="18" hasCustomPrompt="1"/>
          </p:nvPr>
        </p:nvSpPr>
        <p:spPr>
          <a:xfrm>
            <a:off x="1471685" y="5524394"/>
            <a:ext cx="268883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{{BL2_TITLE_</a:t>
            </a:r>
            <a:r>
              <a:rPr lang="ru-RU" dirty="0"/>
              <a:t>3</a:t>
            </a:r>
            <a:r>
              <a:rPr lang="en-US" dirty="0"/>
              <a:t>}}</a:t>
            </a:r>
          </a:p>
          <a:p>
            <a:pPr lvl="0"/>
            <a:endParaRPr lang="ru-RU" dirty="0"/>
          </a:p>
        </p:txBody>
      </p:sp>
      <p:sp>
        <p:nvSpPr>
          <p:cNvPr id="16" name="TEXT_3"/>
          <p:cNvSpPr>
            <a:spLocks noGrp="1"/>
          </p:cNvSpPr>
          <p:nvPr>
            <p:ph type="body" sz="quarter" idx="19" hasCustomPrompt="1"/>
          </p:nvPr>
        </p:nvSpPr>
        <p:spPr>
          <a:xfrm>
            <a:off x="1471685" y="5930795"/>
            <a:ext cx="9840840" cy="368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{{BL2_TEXT_</a:t>
            </a:r>
            <a:r>
              <a:rPr lang="ru-RU" dirty="0"/>
              <a:t>3</a:t>
            </a:r>
            <a:r>
              <a:rPr lang="en-US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588434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327F9F48-04A9-0C57-B525-5D5A855051A9}"/>
              </a:ext>
            </a:extLst>
          </p:cNvPr>
          <p:cNvSpPr/>
          <p:nvPr userDrawn="1"/>
        </p:nvSpPr>
        <p:spPr>
          <a:xfrm>
            <a:off x="435202" y="377370"/>
            <a:ext cx="11321596" cy="5993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Трапеция 9"/>
          <p:cNvSpPr/>
          <p:nvPr userDrawn="1"/>
        </p:nvSpPr>
        <p:spPr>
          <a:xfrm>
            <a:off x="2665048" y="2407064"/>
            <a:ext cx="1104234" cy="843215"/>
          </a:xfrm>
          <a:prstGeom prst="trapezoid">
            <a:avLst>
              <a:gd name="adj" fmla="val 75000"/>
            </a:avLst>
          </a:prstGeom>
          <a:solidFill>
            <a:srgbClr val="F3F3F3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Трапеция 7"/>
          <p:cNvSpPr/>
          <p:nvPr userDrawn="1"/>
        </p:nvSpPr>
        <p:spPr>
          <a:xfrm>
            <a:off x="1801021" y="3353112"/>
            <a:ext cx="2832287" cy="1045739"/>
          </a:xfrm>
          <a:prstGeom prst="trapezoid">
            <a:avLst>
              <a:gd name="adj" fmla="val 75000"/>
            </a:avLst>
          </a:prstGeom>
          <a:solidFill>
            <a:srgbClr val="F3F3F3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Трапеция 5"/>
          <p:cNvSpPr/>
          <p:nvPr userDrawn="1"/>
        </p:nvSpPr>
        <p:spPr>
          <a:xfrm>
            <a:off x="849471" y="4501684"/>
            <a:ext cx="4735389" cy="1205345"/>
          </a:xfrm>
          <a:prstGeom prst="trapezoid">
            <a:avLst>
              <a:gd name="adj" fmla="val 75000"/>
            </a:avLst>
          </a:prstGeom>
          <a:solidFill>
            <a:srgbClr val="F3F3F3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TITLE_1"/>
          <p:cNvSpPr>
            <a:spLocks noGrp="1"/>
          </p:cNvSpPr>
          <p:nvPr>
            <p:ph type="body" sz="quarter" idx="12" hasCustomPrompt="1"/>
          </p:nvPr>
        </p:nvSpPr>
        <p:spPr>
          <a:xfrm>
            <a:off x="4134951" y="2348854"/>
            <a:ext cx="3970823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{{HL1_TITLE_1}}</a:t>
            </a:r>
          </a:p>
          <a:p>
            <a:pPr lvl="0"/>
            <a:endParaRPr lang="ru-RU" dirty="0"/>
          </a:p>
        </p:txBody>
      </p:sp>
      <p:sp>
        <p:nvSpPr>
          <p:cNvPr id="13" name="TEXT_1"/>
          <p:cNvSpPr>
            <a:spLocks noGrp="1"/>
          </p:cNvSpPr>
          <p:nvPr>
            <p:ph type="body" sz="quarter" idx="13" hasCustomPrompt="1"/>
          </p:nvPr>
        </p:nvSpPr>
        <p:spPr>
          <a:xfrm>
            <a:off x="4134952" y="2738629"/>
            <a:ext cx="7095023" cy="283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{{HL1_TEXT_1}}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14" name="HEADER"/>
          <p:cNvSpPr>
            <a:spLocks noGrp="1"/>
          </p:cNvSpPr>
          <p:nvPr>
            <p:ph type="title" hasCustomPrompt="1"/>
          </p:nvPr>
        </p:nvSpPr>
        <p:spPr>
          <a:xfrm>
            <a:off x="613666" y="1281530"/>
            <a:ext cx="5977270" cy="444531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</a:lstStyle>
          <a:p>
            <a:r>
              <a:rPr lang="en-US" dirty="0"/>
              <a:t>{{BL2_HEADER}}</a:t>
            </a:r>
            <a:br>
              <a:rPr lang="en-US" dirty="0"/>
            </a:br>
            <a:endParaRPr lang="ru-RU" dirty="0"/>
          </a:p>
        </p:txBody>
      </p:sp>
      <p:cxnSp>
        <p:nvCxnSpPr>
          <p:cNvPr id="18" name="Прямая соединительная линия 17"/>
          <p:cNvCxnSpPr/>
          <p:nvPr userDrawn="1"/>
        </p:nvCxnSpPr>
        <p:spPr>
          <a:xfrm>
            <a:off x="4127331" y="3250279"/>
            <a:ext cx="7102644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_2"/>
          <p:cNvSpPr>
            <a:spLocks noGrp="1"/>
          </p:cNvSpPr>
          <p:nvPr>
            <p:ph type="body" sz="quarter" idx="14" hasCustomPrompt="1"/>
          </p:nvPr>
        </p:nvSpPr>
        <p:spPr>
          <a:xfrm>
            <a:off x="5043810" y="3533069"/>
            <a:ext cx="3970823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{{HL1_TITLE_2}}</a:t>
            </a:r>
          </a:p>
          <a:p>
            <a:pPr lvl="0"/>
            <a:endParaRPr lang="ru-RU" dirty="0"/>
          </a:p>
        </p:txBody>
      </p:sp>
      <p:sp>
        <p:nvSpPr>
          <p:cNvPr id="22" name="TEXT_2"/>
          <p:cNvSpPr>
            <a:spLocks noGrp="1"/>
          </p:cNvSpPr>
          <p:nvPr>
            <p:ph type="body" sz="quarter" idx="15" hasCustomPrompt="1"/>
          </p:nvPr>
        </p:nvSpPr>
        <p:spPr>
          <a:xfrm>
            <a:off x="5043812" y="3922844"/>
            <a:ext cx="6186164" cy="283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{{HL1_TEXT_2}}</a:t>
            </a:r>
            <a:r>
              <a:rPr lang="ru-RU" dirty="0"/>
              <a:t> </a:t>
            </a:r>
            <a:endParaRPr lang="en-US" dirty="0"/>
          </a:p>
        </p:txBody>
      </p:sp>
      <p:cxnSp>
        <p:nvCxnSpPr>
          <p:cNvPr id="23" name="Прямая соединительная линия 22"/>
          <p:cNvCxnSpPr/>
          <p:nvPr userDrawn="1"/>
        </p:nvCxnSpPr>
        <p:spPr>
          <a:xfrm>
            <a:off x="5036190" y="4429280"/>
            <a:ext cx="6192809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_3"/>
          <p:cNvSpPr>
            <a:spLocks noGrp="1"/>
          </p:cNvSpPr>
          <p:nvPr>
            <p:ph type="body" sz="quarter" idx="16" hasCustomPrompt="1"/>
          </p:nvPr>
        </p:nvSpPr>
        <p:spPr>
          <a:xfrm>
            <a:off x="6027482" y="4774498"/>
            <a:ext cx="3970823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{{HL1_TITLE_3}}</a:t>
            </a:r>
          </a:p>
          <a:p>
            <a:pPr lvl="0"/>
            <a:endParaRPr lang="ru-RU" dirty="0"/>
          </a:p>
        </p:txBody>
      </p:sp>
      <p:sp>
        <p:nvSpPr>
          <p:cNvPr id="26" name="TEXT_3"/>
          <p:cNvSpPr>
            <a:spLocks noGrp="1"/>
          </p:cNvSpPr>
          <p:nvPr>
            <p:ph type="body" sz="quarter" idx="17" hasCustomPrompt="1"/>
          </p:nvPr>
        </p:nvSpPr>
        <p:spPr>
          <a:xfrm>
            <a:off x="6027484" y="5164273"/>
            <a:ext cx="5201515" cy="283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{{HL1_TEXT_3}}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29" name="Прямоугольник 28"/>
          <p:cNvSpPr/>
          <p:nvPr userDrawn="1"/>
        </p:nvSpPr>
        <p:spPr>
          <a:xfrm>
            <a:off x="3060711" y="2759926"/>
            <a:ext cx="284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1</a:t>
            </a:r>
            <a:endParaRPr lang="ru-RU" b="1" dirty="0">
              <a:solidFill>
                <a:schemeClr val="bg1">
                  <a:lumMod val="50000"/>
                </a:schemeClr>
              </a:solidFill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30" name="Прямоугольник 29"/>
          <p:cNvSpPr/>
          <p:nvPr userDrawn="1"/>
        </p:nvSpPr>
        <p:spPr>
          <a:xfrm>
            <a:off x="3064429" y="3850956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2</a:t>
            </a:r>
            <a:endParaRPr lang="ru-RU" b="1" dirty="0">
              <a:solidFill>
                <a:schemeClr val="bg1">
                  <a:lumMod val="50000"/>
                </a:schemeClr>
              </a:solidFill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31" name="Прямоугольник 30"/>
          <p:cNvSpPr/>
          <p:nvPr userDrawn="1"/>
        </p:nvSpPr>
        <p:spPr>
          <a:xfrm>
            <a:off x="3061308" y="5079330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3</a:t>
            </a:r>
            <a:endParaRPr lang="ru-RU" b="1" dirty="0">
              <a:solidFill>
                <a:schemeClr val="bg1">
                  <a:lumMod val="50000"/>
                </a:schemeClr>
              </a:solidFill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84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3B09F895-CFDE-CD20-451F-E9142DE111B5}"/>
              </a:ext>
            </a:extLst>
          </p:cNvPr>
          <p:cNvSpPr/>
          <p:nvPr userDrawn="1"/>
        </p:nvSpPr>
        <p:spPr>
          <a:xfrm>
            <a:off x="435202" y="377370"/>
            <a:ext cx="11321596" cy="5993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_1"/>
          <p:cNvSpPr>
            <a:spLocks noGrp="1"/>
          </p:cNvSpPr>
          <p:nvPr>
            <p:ph type="body" sz="quarter" idx="12" hasCustomPrompt="1"/>
          </p:nvPr>
        </p:nvSpPr>
        <p:spPr>
          <a:xfrm>
            <a:off x="6605660" y="1749363"/>
            <a:ext cx="268883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{{NL1_TITLE_1}}</a:t>
            </a:r>
          </a:p>
          <a:p>
            <a:pPr lvl="0"/>
            <a:endParaRPr lang="ru-RU" dirty="0"/>
          </a:p>
        </p:txBody>
      </p:sp>
      <p:sp>
        <p:nvSpPr>
          <p:cNvPr id="6" name="TEXT_1"/>
          <p:cNvSpPr>
            <a:spLocks noGrp="1"/>
          </p:cNvSpPr>
          <p:nvPr>
            <p:ph type="body" sz="quarter" idx="13" hasCustomPrompt="1"/>
          </p:nvPr>
        </p:nvSpPr>
        <p:spPr>
          <a:xfrm>
            <a:off x="6605660" y="2155764"/>
            <a:ext cx="5119251" cy="368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{{NL1_TEXT_1}}</a:t>
            </a:r>
          </a:p>
        </p:txBody>
      </p:sp>
      <p:sp>
        <p:nvSpPr>
          <p:cNvPr id="16" name="HEADER"/>
          <p:cNvSpPr>
            <a:spLocks noGrp="1"/>
          </p:cNvSpPr>
          <p:nvPr>
            <p:ph type="title" hasCustomPrompt="1"/>
          </p:nvPr>
        </p:nvSpPr>
        <p:spPr>
          <a:xfrm>
            <a:off x="5747641" y="873386"/>
            <a:ext cx="5977270" cy="444531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</a:lstStyle>
          <a:p>
            <a:r>
              <a:rPr lang="en-US" dirty="0"/>
              <a:t>{{NL1_HEADER}}</a:t>
            </a:r>
            <a:br>
              <a:rPr lang="en-US" dirty="0"/>
            </a:br>
            <a:endParaRPr lang="ru-RU" dirty="0"/>
          </a:p>
        </p:txBody>
      </p:sp>
      <p:sp>
        <p:nvSpPr>
          <p:cNvPr id="17" name="BACKGROUND_IMAGE"/>
          <p:cNvSpPr>
            <a:spLocks noGrp="1"/>
          </p:cNvSpPr>
          <p:nvPr>
            <p:ph type="pic" sz="quarter" idx="10"/>
          </p:nvPr>
        </p:nvSpPr>
        <p:spPr>
          <a:xfrm>
            <a:off x="449716" y="391886"/>
            <a:ext cx="4848225" cy="5980113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grpSp>
        <p:nvGrpSpPr>
          <p:cNvPr id="23" name="Группа 22"/>
          <p:cNvGrpSpPr/>
          <p:nvPr userDrawn="1"/>
        </p:nvGrpSpPr>
        <p:grpSpPr>
          <a:xfrm>
            <a:off x="5747641" y="1829072"/>
            <a:ext cx="656334" cy="653384"/>
            <a:chOff x="5700016" y="1895747"/>
            <a:chExt cx="656334" cy="653384"/>
          </a:xfrm>
          <a:noFill/>
        </p:grpSpPr>
        <p:sp>
          <p:nvSpPr>
            <p:cNvPr id="3" name="Овал 2"/>
            <p:cNvSpPr/>
            <p:nvPr userDrawn="1"/>
          </p:nvSpPr>
          <p:spPr>
            <a:xfrm>
              <a:off x="5700016" y="1895747"/>
              <a:ext cx="656334" cy="653384"/>
            </a:xfrm>
            <a:prstGeom prst="ellips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/>
            <p:cNvSpPr/>
            <p:nvPr userDrawn="1"/>
          </p:nvSpPr>
          <p:spPr>
            <a:xfrm>
              <a:off x="5871730" y="2037773"/>
              <a:ext cx="284052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1</a:t>
              </a:r>
              <a:endParaRPr lang="ru-RU" b="1" dirty="0">
                <a:solidFill>
                  <a:schemeClr val="bg1">
                    <a:lumMod val="50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endParaRPr>
            </a:p>
          </p:txBody>
        </p:sp>
      </p:grpSp>
      <p:sp>
        <p:nvSpPr>
          <p:cNvPr id="28" name="TITLE_2"/>
          <p:cNvSpPr>
            <a:spLocks noGrp="1"/>
          </p:cNvSpPr>
          <p:nvPr>
            <p:ph type="body" sz="quarter" idx="14" hasCustomPrompt="1"/>
          </p:nvPr>
        </p:nvSpPr>
        <p:spPr>
          <a:xfrm>
            <a:off x="6605660" y="2921528"/>
            <a:ext cx="268883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{{NL1_TITLE_2}}</a:t>
            </a:r>
          </a:p>
          <a:p>
            <a:pPr lvl="0"/>
            <a:endParaRPr lang="ru-RU" dirty="0"/>
          </a:p>
        </p:txBody>
      </p:sp>
      <p:sp>
        <p:nvSpPr>
          <p:cNvPr id="29" name="TEXT_2"/>
          <p:cNvSpPr>
            <a:spLocks noGrp="1"/>
          </p:cNvSpPr>
          <p:nvPr>
            <p:ph type="body" sz="quarter" idx="15" hasCustomPrompt="1"/>
          </p:nvPr>
        </p:nvSpPr>
        <p:spPr>
          <a:xfrm>
            <a:off x="6605660" y="3327929"/>
            <a:ext cx="5119251" cy="368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{{NL1_TEXT_2}}</a:t>
            </a:r>
          </a:p>
        </p:txBody>
      </p:sp>
      <p:grpSp>
        <p:nvGrpSpPr>
          <p:cNvPr id="30" name="Группа 29"/>
          <p:cNvGrpSpPr/>
          <p:nvPr userDrawn="1"/>
        </p:nvGrpSpPr>
        <p:grpSpPr>
          <a:xfrm>
            <a:off x="5747641" y="3001237"/>
            <a:ext cx="656334" cy="653384"/>
            <a:chOff x="5700016" y="1895747"/>
            <a:chExt cx="656334" cy="653384"/>
          </a:xfrm>
          <a:noFill/>
        </p:grpSpPr>
        <p:sp>
          <p:nvSpPr>
            <p:cNvPr id="31" name="Овал 30"/>
            <p:cNvSpPr/>
            <p:nvPr userDrawn="1"/>
          </p:nvSpPr>
          <p:spPr>
            <a:xfrm>
              <a:off x="5700016" y="1895747"/>
              <a:ext cx="656334" cy="653384"/>
            </a:xfrm>
            <a:prstGeom prst="ellips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/>
            <p:cNvSpPr/>
            <p:nvPr userDrawn="1"/>
          </p:nvSpPr>
          <p:spPr>
            <a:xfrm>
              <a:off x="5871730" y="2037773"/>
              <a:ext cx="33054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2</a:t>
              </a:r>
              <a:endParaRPr lang="ru-RU" b="1" dirty="0">
                <a:solidFill>
                  <a:schemeClr val="bg1">
                    <a:lumMod val="50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endParaRPr>
            </a:p>
          </p:txBody>
        </p:sp>
      </p:grpSp>
      <p:sp>
        <p:nvSpPr>
          <p:cNvPr id="33" name="TITLE_3"/>
          <p:cNvSpPr>
            <a:spLocks noGrp="1"/>
          </p:cNvSpPr>
          <p:nvPr>
            <p:ph type="body" sz="quarter" idx="16" hasCustomPrompt="1"/>
          </p:nvPr>
        </p:nvSpPr>
        <p:spPr>
          <a:xfrm>
            <a:off x="6605660" y="4048193"/>
            <a:ext cx="268883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{{NL1_TITLE_3}}</a:t>
            </a:r>
          </a:p>
          <a:p>
            <a:pPr lvl="0"/>
            <a:endParaRPr lang="ru-RU" dirty="0"/>
          </a:p>
        </p:txBody>
      </p:sp>
      <p:sp>
        <p:nvSpPr>
          <p:cNvPr id="34" name="TEXT_3"/>
          <p:cNvSpPr>
            <a:spLocks noGrp="1"/>
          </p:cNvSpPr>
          <p:nvPr>
            <p:ph type="body" sz="quarter" idx="17" hasCustomPrompt="1"/>
          </p:nvPr>
        </p:nvSpPr>
        <p:spPr>
          <a:xfrm>
            <a:off x="6605660" y="4454594"/>
            <a:ext cx="5119251" cy="368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{{NL1_TEXT_3}}</a:t>
            </a:r>
          </a:p>
        </p:txBody>
      </p:sp>
      <p:grpSp>
        <p:nvGrpSpPr>
          <p:cNvPr id="35" name="Группа 34"/>
          <p:cNvGrpSpPr/>
          <p:nvPr userDrawn="1"/>
        </p:nvGrpSpPr>
        <p:grpSpPr>
          <a:xfrm>
            <a:off x="5747641" y="4127902"/>
            <a:ext cx="656334" cy="653384"/>
            <a:chOff x="5700016" y="1895747"/>
            <a:chExt cx="656334" cy="653384"/>
          </a:xfrm>
          <a:noFill/>
        </p:grpSpPr>
        <p:sp>
          <p:nvSpPr>
            <p:cNvPr id="36" name="Овал 35"/>
            <p:cNvSpPr/>
            <p:nvPr userDrawn="1"/>
          </p:nvSpPr>
          <p:spPr>
            <a:xfrm>
              <a:off x="5700016" y="1895747"/>
              <a:ext cx="656334" cy="653384"/>
            </a:xfrm>
            <a:prstGeom prst="ellips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/>
            <p:cNvSpPr/>
            <p:nvPr userDrawn="1"/>
          </p:nvSpPr>
          <p:spPr>
            <a:xfrm>
              <a:off x="5871730" y="2037773"/>
              <a:ext cx="333746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b="1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3</a:t>
              </a:r>
              <a:endParaRPr lang="ru-RU" b="1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endParaRPr>
            </a:p>
          </p:txBody>
        </p:sp>
      </p:grpSp>
      <p:sp>
        <p:nvSpPr>
          <p:cNvPr id="38" name="TITLE_4"/>
          <p:cNvSpPr>
            <a:spLocks noGrp="1"/>
          </p:cNvSpPr>
          <p:nvPr>
            <p:ph type="body" sz="quarter" idx="18" hasCustomPrompt="1"/>
          </p:nvPr>
        </p:nvSpPr>
        <p:spPr>
          <a:xfrm>
            <a:off x="6605660" y="5196304"/>
            <a:ext cx="268883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{{NL1_TITLE_4}}</a:t>
            </a:r>
          </a:p>
          <a:p>
            <a:pPr lvl="0"/>
            <a:endParaRPr lang="ru-RU" dirty="0"/>
          </a:p>
        </p:txBody>
      </p:sp>
      <p:sp>
        <p:nvSpPr>
          <p:cNvPr id="39" name="TEXT_4"/>
          <p:cNvSpPr>
            <a:spLocks noGrp="1"/>
          </p:cNvSpPr>
          <p:nvPr>
            <p:ph type="body" sz="quarter" idx="19" hasCustomPrompt="1"/>
          </p:nvPr>
        </p:nvSpPr>
        <p:spPr>
          <a:xfrm>
            <a:off x="6605660" y="5602705"/>
            <a:ext cx="5119251" cy="368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{{NL1_TEXT_4}}</a:t>
            </a:r>
          </a:p>
        </p:txBody>
      </p:sp>
      <p:grpSp>
        <p:nvGrpSpPr>
          <p:cNvPr id="40" name="Группа 39"/>
          <p:cNvGrpSpPr/>
          <p:nvPr userDrawn="1"/>
        </p:nvGrpSpPr>
        <p:grpSpPr>
          <a:xfrm>
            <a:off x="5747641" y="5276013"/>
            <a:ext cx="656334" cy="653384"/>
            <a:chOff x="5700016" y="1895747"/>
            <a:chExt cx="656334" cy="653384"/>
          </a:xfrm>
          <a:noFill/>
        </p:grpSpPr>
        <p:sp>
          <p:nvSpPr>
            <p:cNvPr id="41" name="Овал 40"/>
            <p:cNvSpPr/>
            <p:nvPr userDrawn="1"/>
          </p:nvSpPr>
          <p:spPr>
            <a:xfrm>
              <a:off x="5700016" y="1895747"/>
              <a:ext cx="656334" cy="653384"/>
            </a:xfrm>
            <a:prstGeom prst="ellips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/>
            <p:cNvSpPr/>
            <p:nvPr userDrawn="1"/>
          </p:nvSpPr>
          <p:spPr>
            <a:xfrm>
              <a:off x="5871730" y="2037773"/>
              <a:ext cx="340158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  <a:latin typeface="Inter" panose="020B0604020202020204" charset="0"/>
                  <a:ea typeface="Inter" panose="020B0604020202020204" charset="0"/>
                  <a:cs typeface="Inter" panose="020B0604020202020204" charset="0"/>
                </a:rPr>
                <a:t>4</a:t>
              </a:r>
              <a:endParaRPr lang="ru-RU" b="1" dirty="0">
                <a:solidFill>
                  <a:schemeClr val="bg1">
                    <a:lumMod val="50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7656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E281C485-54BA-D887-70B1-46A7047FB545}"/>
              </a:ext>
            </a:extLst>
          </p:cNvPr>
          <p:cNvSpPr/>
          <p:nvPr userDrawn="1"/>
        </p:nvSpPr>
        <p:spPr>
          <a:xfrm>
            <a:off x="435202" y="377370"/>
            <a:ext cx="11321596" cy="5993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Shape 2"/>
          <p:cNvSpPr/>
          <p:nvPr userDrawn="1"/>
        </p:nvSpPr>
        <p:spPr>
          <a:xfrm>
            <a:off x="613666" y="2133679"/>
            <a:ext cx="2044898" cy="1229439"/>
          </a:xfrm>
          <a:prstGeom prst="roundRect">
            <a:avLst>
              <a:gd name="adj" fmla="val 2603"/>
            </a:avLst>
          </a:prstGeom>
          <a:solidFill>
            <a:srgbClr val="F3F3F3"/>
          </a:solidFill>
          <a:ln w="12700">
            <a:noFill/>
          </a:ln>
        </p:spPr>
      </p:sp>
      <p:sp>
        <p:nvSpPr>
          <p:cNvPr id="4" name="Shape 7"/>
          <p:cNvSpPr/>
          <p:nvPr userDrawn="1"/>
        </p:nvSpPr>
        <p:spPr>
          <a:xfrm>
            <a:off x="613666" y="3469799"/>
            <a:ext cx="4089916" cy="1229439"/>
          </a:xfrm>
          <a:prstGeom prst="roundRect">
            <a:avLst>
              <a:gd name="adj" fmla="val 2603"/>
            </a:avLst>
          </a:prstGeom>
          <a:solidFill>
            <a:srgbClr val="F3F3F3"/>
          </a:solidFill>
          <a:ln w="12700">
            <a:noFill/>
          </a:ln>
        </p:spPr>
      </p:sp>
      <p:sp>
        <p:nvSpPr>
          <p:cNvPr id="5" name="Shape 12"/>
          <p:cNvSpPr/>
          <p:nvPr userDrawn="1"/>
        </p:nvSpPr>
        <p:spPr>
          <a:xfrm>
            <a:off x="613666" y="4805919"/>
            <a:ext cx="6134933" cy="1213882"/>
          </a:xfrm>
          <a:prstGeom prst="roundRect">
            <a:avLst>
              <a:gd name="adj" fmla="val 2038"/>
            </a:avLst>
          </a:prstGeom>
          <a:solidFill>
            <a:srgbClr val="F3F3F3"/>
          </a:solidFill>
          <a:ln w="12700">
            <a:noFill/>
          </a:ln>
        </p:spPr>
      </p:sp>
      <p:sp>
        <p:nvSpPr>
          <p:cNvPr id="6" name="HEADER"/>
          <p:cNvSpPr>
            <a:spLocks noGrp="1"/>
          </p:cNvSpPr>
          <p:nvPr>
            <p:ph type="title" hasCustomPrompt="1"/>
          </p:nvPr>
        </p:nvSpPr>
        <p:spPr>
          <a:xfrm>
            <a:off x="613666" y="967205"/>
            <a:ext cx="5977270" cy="444531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</a:lstStyle>
          <a:p>
            <a:r>
              <a:rPr lang="en-US" dirty="0"/>
              <a:t>{{HL2_HEADER}}</a:t>
            </a:r>
            <a:br>
              <a:rPr lang="en-US" dirty="0"/>
            </a:br>
            <a:endParaRPr lang="ru-RU" dirty="0"/>
          </a:p>
        </p:txBody>
      </p:sp>
      <p:sp>
        <p:nvSpPr>
          <p:cNvPr id="7" name="TITLE_1"/>
          <p:cNvSpPr>
            <a:spLocks noGrp="1"/>
          </p:cNvSpPr>
          <p:nvPr>
            <p:ph type="body" sz="quarter" idx="14" hasCustomPrompt="1"/>
          </p:nvPr>
        </p:nvSpPr>
        <p:spPr>
          <a:xfrm>
            <a:off x="2902165" y="2306283"/>
            <a:ext cx="268883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{{HL2_TITLE_1}}</a:t>
            </a:r>
          </a:p>
          <a:p>
            <a:pPr lvl="0"/>
            <a:endParaRPr lang="ru-RU" dirty="0"/>
          </a:p>
        </p:txBody>
      </p:sp>
      <p:sp>
        <p:nvSpPr>
          <p:cNvPr id="8" name="TEXT_1"/>
          <p:cNvSpPr>
            <a:spLocks noGrp="1"/>
          </p:cNvSpPr>
          <p:nvPr>
            <p:ph type="body" sz="quarter" idx="15" hasCustomPrompt="1"/>
          </p:nvPr>
        </p:nvSpPr>
        <p:spPr>
          <a:xfrm>
            <a:off x="2902165" y="2712684"/>
            <a:ext cx="8257137" cy="368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{{HL2_TEXT_1}}</a:t>
            </a:r>
          </a:p>
        </p:txBody>
      </p:sp>
      <p:cxnSp>
        <p:nvCxnSpPr>
          <p:cNvPr id="10" name="Прямая соединительная линия 9"/>
          <p:cNvCxnSpPr/>
          <p:nvPr userDrawn="1"/>
        </p:nvCxnSpPr>
        <p:spPr>
          <a:xfrm>
            <a:off x="2902165" y="3336777"/>
            <a:ext cx="8257137" cy="0"/>
          </a:xfrm>
          <a:prstGeom prst="line">
            <a:avLst/>
          </a:prstGeom>
          <a:ln w="1905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_2"/>
          <p:cNvSpPr>
            <a:spLocks noGrp="1"/>
          </p:cNvSpPr>
          <p:nvPr>
            <p:ph type="body" sz="quarter" idx="16" hasCustomPrompt="1"/>
          </p:nvPr>
        </p:nvSpPr>
        <p:spPr>
          <a:xfrm>
            <a:off x="4966493" y="3632168"/>
            <a:ext cx="268883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{{HL2_TITLE_2}}</a:t>
            </a:r>
          </a:p>
          <a:p>
            <a:pPr lvl="0"/>
            <a:endParaRPr lang="ru-RU" dirty="0"/>
          </a:p>
        </p:txBody>
      </p:sp>
      <p:sp>
        <p:nvSpPr>
          <p:cNvPr id="12" name="TEXT_2"/>
          <p:cNvSpPr>
            <a:spLocks noGrp="1"/>
          </p:cNvSpPr>
          <p:nvPr>
            <p:ph type="body" sz="quarter" idx="17" hasCustomPrompt="1"/>
          </p:nvPr>
        </p:nvSpPr>
        <p:spPr>
          <a:xfrm>
            <a:off x="4966493" y="4038569"/>
            <a:ext cx="6192809" cy="368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{{HL2_TEXT_2}}</a:t>
            </a:r>
          </a:p>
        </p:txBody>
      </p:sp>
      <p:cxnSp>
        <p:nvCxnSpPr>
          <p:cNvPr id="13" name="Прямая соединительная линия 12"/>
          <p:cNvCxnSpPr/>
          <p:nvPr userDrawn="1"/>
        </p:nvCxnSpPr>
        <p:spPr>
          <a:xfrm>
            <a:off x="4966493" y="4662662"/>
            <a:ext cx="6192809" cy="0"/>
          </a:xfrm>
          <a:prstGeom prst="line">
            <a:avLst/>
          </a:prstGeom>
          <a:ln w="1905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_3"/>
          <p:cNvSpPr>
            <a:spLocks noGrp="1"/>
          </p:cNvSpPr>
          <p:nvPr>
            <p:ph type="body" sz="quarter" idx="18" hasCustomPrompt="1"/>
          </p:nvPr>
        </p:nvSpPr>
        <p:spPr>
          <a:xfrm>
            <a:off x="6981407" y="4964790"/>
            <a:ext cx="268883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{{HL2_TITLE_3}}</a:t>
            </a:r>
          </a:p>
          <a:p>
            <a:pPr lvl="0"/>
            <a:endParaRPr lang="ru-RU" dirty="0"/>
          </a:p>
        </p:txBody>
      </p:sp>
      <p:sp>
        <p:nvSpPr>
          <p:cNvPr id="16" name="TEXT_3"/>
          <p:cNvSpPr>
            <a:spLocks noGrp="1"/>
          </p:cNvSpPr>
          <p:nvPr>
            <p:ph type="body" sz="quarter" idx="19" hasCustomPrompt="1"/>
          </p:nvPr>
        </p:nvSpPr>
        <p:spPr>
          <a:xfrm>
            <a:off x="6981408" y="5371191"/>
            <a:ext cx="4177894" cy="368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{{HL2_TEXT_3}}</a:t>
            </a:r>
          </a:p>
        </p:txBody>
      </p:sp>
      <p:cxnSp>
        <p:nvCxnSpPr>
          <p:cNvPr id="17" name="Прямая соединительная линия 16"/>
          <p:cNvCxnSpPr/>
          <p:nvPr userDrawn="1"/>
        </p:nvCxnSpPr>
        <p:spPr>
          <a:xfrm>
            <a:off x="6981407" y="5995284"/>
            <a:ext cx="4177894" cy="0"/>
          </a:xfrm>
          <a:prstGeom prst="line">
            <a:avLst/>
          </a:prstGeom>
          <a:ln w="19050">
            <a:solidFill>
              <a:srgbClr val="F3F3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 userDrawn="1"/>
        </p:nvSpPr>
        <p:spPr>
          <a:xfrm>
            <a:off x="1479662" y="2563732"/>
            <a:ext cx="284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1</a:t>
            </a:r>
            <a:endParaRPr lang="ru-RU" b="1" dirty="0">
              <a:solidFill>
                <a:schemeClr val="bg1">
                  <a:lumMod val="50000"/>
                </a:schemeClr>
              </a:solidFill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2502111" y="3899852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2</a:t>
            </a:r>
            <a:endParaRPr lang="ru-RU" b="1" dirty="0">
              <a:solidFill>
                <a:schemeClr val="bg1">
                  <a:lumMod val="50000"/>
                </a:schemeClr>
              </a:solidFill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3524679" y="5228194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3</a:t>
            </a:r>
            <a:endParaRPr lang="ru-RU" b="1" dirty="0">
              <a:solidFill>
                <a:schemeClr val="bg1">
                  <a:lumMod val="50000"/>
                </a:schemeClr>
              </a:solidFill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525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0730A588-28B7-F19B-D61B-983E18E98F9A}"/>
              </a:ext>
            </a:extLst>
          </p:cNvPr>
          <p:cNvSpPr/>
          <p:nvPr userDrawn="1"/>
        </p:nvSpPr>
        <p:spPr>
          <a:xfrm>
            <a:off x="435202" y="377370"/>
            <a:ext cx="11321596" cy="5993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BACKGROUND_IMAGE"/>
          <p:cNvSpPr>
            <a:spLocks noGrp="1"/>
          </p:cNvSpPr>
          <p:nvPr>
            <p:ph type="pic" sz="quarter" idx="10"/>
          </p:nvPr>
        </p:nvSpPr>
        <p:spPr>
          <a:xfrm>
            <a:off x="6908573" y="377371"/>
            <a:ext cx="4848225" cy="5980113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HEADER"/>
          <p:cNvSpPr>
            <a:spLocks noGrp="1"/>
          </p:cNvSpPr>
          <p:nvPr>
            <p:ph type="title" hasCustomPrompt="1"/>
          </p:nvPr>
        </p:nvSpPr>
        <p:spPr>
          <a:xfrm>
            <a:off x="613666" y="967205"/>
            <a:ext cx="5554378" cy="444531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</a:lstStyle>
          <a:p>
            <a:r>
              <a:rPr lang="en-US" dirty="0"/>
              <a:t>{{NL2_HEADER}}</a:t>
            </a:r>
            <a:br>
              <a:rPr lang="en-US" dirty="0"/>
            </a:br>
            <a:endParaRPr lang="ru-RU" dirty="0"/>
          </a:p>
        </p:txBody>
      </p:sp>
      <p:sp>
        <p:nvSpPr>
          <p:cNvPr id="5" name="TITLE_1"/>
          <p:cNvSpPr>
            <a:spLocks noGrp="1"/>
          </p:cNvSpPr>
          <p:nvPr>
            <p:ph type="body" sz="quarter" idx="14" hasCustomPrompt="1"/>
          </p:nvPr>
        </p:nvSpPr>
        <p:spPr>
          <a:xfrm>
            <a:off x="962801" y="2730232"/>
            <a:ext cx="2121146" cy="3048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{{NL2_TITLE_1}}</a:t>
            </a:r>
          </a:p>
          <a:p>
            <a:pPr lvl="0"/>
            <a:endParaRPr lang="ru-RU" dirty="0"/>
          </a:p>
        </p:txBody>
      </p:sp>
      <p:sp>
        <p:nvSpPr>
          <p:cNvPr id="6" name="TEXT_1"/>
          <p:cNvSpPr>
            <a:spLocks noGrp="1"/>
          </p:cNvSpPr>
          <p:nvPr>
            <p:ph type="body" sz="quarter" idx="15" hasCustomPrompt="1"/>
          </p:nvPr>
        </p:nvSpPr>
        <p:spPr>
          <a:xfrm>
            <a:off x="962801" y="3136632"/>
            <a:ext cx="2121146" cy="73709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{{NL2_TEXT_1}}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1817228" y="2063928"/>
            <a:ext cx="3609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bg1">
                    <a:lumMod val="50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1</a:t>
            </a:r>
          </a:p>
        </p:txBody>
      </p:sp>
      <p:sp>
        <p:nvSpPr>
          <p:cNvPr id="8" name="TITLE_2"/>
          <p:cNvSpPr>
            <a:spLocks noGrp="1"/>
          </p:cNvSpPr>
          <p:nvPr>
            <p:ph type="body" sz="quarter" idx="16" hasCustomPrompt="1"/>
          </p:nvPr>
        </p:nvSpPr>
        <p:spPr>
          <a:xfrm>
            <a:off x="3683041" y="2730232"/>
            <a:ext cx="2121146" cy="3048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{{NL2_TITLE_</a:t>
            </a:r>
            <a:r>
              <a:rPr lang="ru-RU" dirty="0"/>
              <a:t>2</a:t>
            </a:r>
            <a:r>
              <a:rPr lang="en-US" dirty="0"/>
              <a:t>}}</a:t>
            </a:r>
          </a:p>
          <a:p>
            <a:pPr lvl="0"/>
            <a:endParaRPr lang="ru-RU" dirty="0"/>
          </a:p>
        </p:txBody>
      </p:sp>
      <p:sp>
        <p:nvSpPr>
          <p:cNvPr id="9" name="TEXT_2"/>
          <p:cNvSpPr>
            <a:spLocks noGrp="1"/>
          </p:cNvSpPr>
          <p:nvPr>
            <p:ph type="body" sz="quarter" idx="17" hasCustomPrompt="1"/>
          </p:nvPr>
        </p:nvSpPr>
        <p:spPr>
          <a:xfrm>
            <a:off x="3683041" y="3136632"/>
            <a:ext cx="2121146" cy="73709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{{NL2_TEXT_</a:t>
            </a:r>
            <a:r>
              <a:rPr lang="ru-RU" dirty="0"/>
              <a:t>2</a:t>
            </a:r>
            <a:r>
              <a:rPr lang="en-US" dirty="0"/>
              <a:t>}}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537468" y="2063928"/>
            <a:ext cx="4427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bg1">
                    <a:lumMod val="50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2</a:t>
            </a:r>
          </a:p>
        </p:txBody>
      </p:sp>
      <p:sp>
        <p:nvSpPr>
          <p:cNvPr id="11" name="TITLE_3"/>
          <p:cNvSpPr>
            <a:spLocks noGrp="1"/>
          </p:cNvSpPr>
          <p:nvPr>
            <p:ph type="body" sz="quarter" idx="18" hasCustomPrompt="1"/>
          </p:nvPr>
        </p:nvSpPr>
        <p:spPr>
          <a:xfrm>
            <a:off x="2322921" y="4681353"/>
            <a:ext cx="2121146" cy="3048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{{NL2_TITLE_</a:t>
            </a:r>
            <a:r>
              <a:rPr lang="ru-RU" dirty="0"/>
              <a:t>3</a:t>
            </a:r>
            <a:r>
              <a:rPr lang="en-US" dirty="0"/>
              <a:t>}}</a:t>
            </a:r>
          </a:p>
          <a:p>
            <a:pPr lvl="0"/>
            <a:endParaRPr lang="ru-RU" dirty="0"/>
          </a:p>
        </p:txBody>
      </p:sp>
      <p:sp>
        <p:nvSpPr>
          <p:cNvPr id="12" name="TEXT_3"/>
          <p:cNvSpPr>
            <a:spLocks noGrp="1"/>
          </p:cNvSpPr>
          <p:nvPr>
            <p:ph type="body" sz="quarter" idx="19" hasCustomPrompt="1"/>
          </p:nvPr>
        </p:nvSpPr>
        <p:spPr>
          <a:xfrm>
            <a:off x="2322921" y="5087753"/>
            <a:ext cx="2121146" cy="73709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{{NL2_TEXT_</a:t>
            </a:r>
            <a:r>
              <a:rPr lang="ru-RU" dirty="0"/>
              <a:t>3</a:t>
            </a:r>
            <a:r>
              <a:rPr lang="en-US" dirty="0"/>
              <a:t>}}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177348" y="4015049"/>
            <a:ext cx="4491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bg1">
                    <a:lumMod val="50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18508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_IMAGE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16822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5" name="HEADER"/>
          <p:cNvSpPr>
            <a:spLocks noGrp="1"/>
          </p:cNvSpPr>
          <p:nvPr>
            <p:ph type="title" hasCustomPrompt="1"/>
          </p:nvPr>
        </p:nvSpPr>
        <p:spPr>
          <a:xfrm>
            <a:off x="613666" y="2820943"/>
            <a:ext cx="5554378" cy="444531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</a:lstStyle>
          <a:p>
            <a:r>
              <a:rPr lang="en-US" dirty="0"/>
              <a:t>{{S2_HEADER}}</a:t>
            </a:r>
            <a:br>
              <a:rPr lang="en-US" dirty="0"/>
            </a:br>
            <a:endParaRPr lang="ru-RU" dirty="0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613666" y="3806190"/>
            <a:ext cx="3218501" cy="241173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7" name="TITLE_1"/>
          <p:cNvSpPr>
            <a:spLocks noGrp="1"/>
          </p:cNvSpPr>
          <p:nvPr>
            <p:ph type="body" sz="quarter" idx="11" hasCustomPrompt="1"/>
          </p:nvPr>
        </p:nvSpPr>
        <p:spPr>
          <a:xfrm>
            <a:off x="847575" y="4147788"/>
            <a:ext cx="274030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{{S2_TITLE_1}}</a:t>
            </a:r>
          </a:p>
          <a:p>
            <a:pPr lvl="0"/>
            <a:endParaRPr lang="ru-RU" dirty="0"/>
          </a:p>
        </p:txBody>
      </p:sp>
      <p:sp>
        <p:nvSpPr>
          <p:cNvPr id="18" name="TEXT_1"/>
          <p:cNvSpPr>
            <a:spLocks noGrp="1"/>
          </p:cNvSpPr>
          <p:nvPr>
            <p:ph type="body" sz="quarter" idx="12" hasCustomPrompt="1"/>
          </p:nvPr>
        </p:nvSpPr>
        <p:spPr>
          <a:xfrm>
            <a:off x="847575" y="4554188"/>
            <a:ext cx="2740306" cy="12827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{{S2_TEXT_1}}</a:t>
            </a:r>
          </a:p>
          <a:p>
            <a:pPr lvl="0"/>
            <a:endParaRPr lang="ru-RU" dirty="0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338961" y="3806190"/>
            <a:ext cx="3218501" cy="241173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23" name="TITLE_3"/>
          <p:cNvSpPr>
            <a:spLocks noGrp="1"/>
          </p:cNvSpPr>
          <p:nvPr>
            <p:ph type="body" sz="quarter" idx="13" hasCustomPrompt="1"/>
          </p:nvPr>
        </p:nvSpPr>
        <p:spPr>
          <a:xfrm>
            <a:off x="8572870" y="4147788"/>
            <a:ext cx="274030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{{S2_TITLE_3}}</a:t>
            </a:r>
          </a:p>
          <a:p>
            <a:pPr lvl="0"/>
            <a:endParaRPr lang="ru-RU" dirty="0"/>
          </a:p>
        </p:txBody>
      </p:sp>
      <p:sp>
        <p:nvSpPr>
          <p:cNvPr id="24" name="TEXT_3"/>
          <p:cNvSpPr>
            <a:spLocks noGrp="1"/>
          </p:cNvSpPr>
          <p:nvPr>
            <p:ph type="body" sz="quarter" idx="14" hasCustomPrompt="1"/>
          </p:nvPr>
        </p:nvSpPr>
        <p:spPr>
          <a:xfrm>
            <a:off x="8572870" y="4554188"/>
            <a:ext cx="2740306" cy="12827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{{S2_TEXT_3}}</a:t>
            </a:r>
          </a:p>
          <a:p>
            <a:pPr lvl="0"/>
            <a:endParaRPr lang="ru-RU" dirty="0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4476313" y="3806190"/>
            <a:ext cx="3218501" cy="241173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26" name="TITLE_2"/>
          <p:cNvSpPr>
            <a:spLocks noGrp="1"/>
          </p:cNvSpPr>
          <p:nvPr>
            <p:ph type="body" sz="quarter" idx="15" hasCustomPrompt="1"/>
          </p:nvPr>
        </p:nvSpPr>
        <p:spPr>
          <a:xfrm>
            <a:off x="4710222" y="4147788"/>
            <a:ext cx="274030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{{S2_TITLE_2}}</a:t>
            </a:r>
          </a:p>
          <a:p>
            <a:pPr lvl="0"/>
            <a:endParaRPr lang="ru-RU" dirty="0"/>
          </a:p>
        </p:txBody>
      </p:sp>
      <p:sp>
        <p:nvSpPr>
          <p:cNvPr id="27" name="TEXT_2"/>
          <p:cNvSpPr>
            <a:spLocks noGrp="1"/>
          </p:cNvSpPr>
          <p:nvPr>
            <p:ph type="body" sz="quarter" idx="16" hasCustomPrompt="1"/>
          </p:nvPr>
        </p:nvSpPr>
        <p:spPr>
          <a:xfrm>
            <a:off x="4710222" y="4554188"/>
            <a:ext cx="2740306" cy="12827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{{S2_TEXT_2}}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9257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_IMAGE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154722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5" name="HEADER"/>
          <p:cNvSpPr>
            <a:spLocks noGrp="1"/>
          </p:cNvSpPr>
          <p:nvPr>
            <p:ph type="title" hasCustomPrompt="1"/>
          </p:nvPr>
        </p:nvSpPr>
        <p:spPr>
          <a:xfrm>
            <a:off x="613666" y="2168222"/>
            <a:ext cx="5554378" cy="444531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</a:lstStyle>
          <a:p>
            <a:r>
              <a:rPr lang="en-US" dirty="0"/>
              <a:t>{{C_HEADER}}</a:t>
            </a:r>
            <a:br>
              <a:rPr lang="en-US" dirty="0"/>
            </a:br>
            <a:endParaRPr lang="ru-RU" dirty="0"/>
          </a:p>
        </p:txBody>
      </p:sp>
      <p:grpSp>
        <p:nvGrpSpPr>
          <p:cNvPr id="2" name="Группа 1"/>
          <p:cNvGrpSpPr/>
          <p:nvPr userDrawn="1"/>
        </p:nvGrpSpPr>
        <p:grpSpPr>
          <a:xfrm>
            <a:off x="5333702" y="3182552"/>
            <a:ext cx="1524596" cy="3330773"/>
            <a:chOff x="6552902" y="4442103"/>
            <a:chExt cx="1524596" cy="3330773"/>
          </a:xfrm>
          <a:solidFill>
            <a:srgbClr val="262626"/>
          </a:solidFill>
        </p:grpSpPr>
        <p:sp>
          <p:nvSpPr>
            <p:cNvPr id="34" name="Shape 1"/>
            <p:cNvSpPr/>
            <p:nvPr userDrawn="1"/>
          </p:nvSpPr>
          <p:spPr>
            <a:xfrm>
              <a:off x="7303770" y="4442103"/>
              <a:ext cx="22860" cy="3330773"/>
            </a:xfrm>
            <a:prstGeom prst="roundRect">
              <a:avLst>
                <a:gd name="adj" fmla="val 124898"/>
              </a:avLst>
            </a:prstGeom>
            <a:solidFill>
              <a:srgbClr val="F3F3F3"/>
            </a:solidFill>
            <a:ln/>
          </p:spPr>
        </p:sp>
        <p:sp>
          <p:nvSpPr>
            <p:cNvPr id="35" name="Shape 2"/>
            <p:cNvSpPr/>
            <p:nvPr userDrawn="1"/>
          </p:nvSpPr>
          <p:spPr>
            <a:xfrm>
              <a:off x="6552902" y="4794528"/>
              <a:ext cx="571024" cy="22860"/>
            </a:xfrm>
            <a:prstGeom prst="roundRect">
              <a:avLst>
                <a:gd name="adj" fmla="val 124898"/>
              </a:avLst>
            </a:prstGeom>
            <a:solidFill>
              <a:srgbClr val="F3F3F3"/>
            </a:solidFill>
            <a:ln/>
          </p:spPr>
        </p:sp>
        <p:sp>
          <p:nvSpPr>
            <p:cNvPr id="36" name="Shape 3"/>
            <p:cNvSpPr/>
            <p:nvPr userDrawn="1"/>
          </p:nvSpPr>
          <p:spPr>
            <a:xfrm>
              <a:off x="7101066" y="4591883"/>
              <a:ext cx="428268" cy="428268"/>
            </a:xfrm>
            <a:prstGeom prst="roundRect">
              <a:avLst>
                <a:gd name="adj" fmla="val 6667"/>
              </a:avLst>
            </a:prstGeom>
            <a:solidFill>
              <a:srgbClr val="F3F3F3"/>
            </a:solidFill>
            <a:ln w="12700">
              <a:noFill/>
            </a:ln>
          </p:spPr>
        </p:sp>
        <p:sp>
          <p:nvSpPr>
            <p:cNvPr id="37" name="Shape 7"/>
            <p:cNvSpPr/>
            <p:nvPr userDrawn="1"/>
          </p:nvSpPr>
          <p:spPr>
            <a:xfrm>
              <a:off x="7506474" y="5746075"/>
              <a:ext cx="571024" cy="22860"/>
            </a:xfrm>
            <a:prstGeom prst="roundRect">
              <a:avLst>
                <a:gd name="adj" fmla="val 124898"/>
              </a:avLst>
            </a:prstGeom>
            <a:solidFill>
              <a:srgbClr val="F3F3F3"/>
            </a:solidFill>
            <a:ln/>
          </p:spPr>
        </p:sp>
        <p:sp>
          <p:nvSpPr>
            <p:cNvPr id="38" name="Shape 8"/>
            <p:cNvSpPr/>
            <p:nvPr userDrawn="1"/>
          </p:nvSpPr>
          <p:spPr>
            <a:xfrm>
              <a:off x="7101066" y="5543431"/>
              <a:ext cx="428268" cy="428268"/>
            </a:xfrm>
            <a:prstGeom prst="roundRect">
              <a:avLst>
                <a:gd name="adj" fmla="val 6667"/>
              </a:avLst>
            </a:prstGeom>
            <a:solidFill>
              <a:srgbClr val="F3F3F3"/>
            </a:solidFill>
            <a:ln w="12700">
              <a:noFill/>
            </a:ln>
          </p:spPr>
        </p:sp>
        <p:sp>
          <p:nvSpPr>
            <p:cNvPr id="39" name="Shape 12"/>
            <p:cNvSpPr/>
            <p:nvPr userDrawn="1"/>
          </p:nvSpPr>
          <p:spPr>
            <a:xfrm>
              <a:off x="6552902" y="6602492"/>
              <a:ext cx="571024" cy="22860"/>
            </a:xfrm>
            <a:prstGeom prst="roundRect">
              <a:avLst>
                <a:gd name="adj" fmla="val 124898"/>
              </a:avLst>
            </a:prstGeom>
            <a:solidFill>
              <a:srgbClr val="F3F3F3"/>
            </a:solidFill>
            <a:ln/>
          </p:spPr>
        </p:sp>
        <p:sp>
          <p:nvSpPr>
            <p:cNvPr id="40" name="Shape 13"/>
            <p:cNvSpPr/>
            <p:nvPr userDrawn="1"/>
          </p:nvSpPr>
          <p:spPr>
            <a:xfrm>
              <a:off x="7101066" y="6399848"/>
              <a:ext cx="428268" cy="428268"/>
            </a:xfrm>
            <a:prstGeom prst="roundRect">
              <a:avLst>
                <a:gd name="adj" fmla="val 6667"/>
              </a:avLst>
            </a:prstGeom>
            <a:solidFill>
              <a:srgbClr val="F3F3F3"/>
            </a:solidFill>
            <a:ln w="12700">
              <a:noFill/>
            </a:ln>
          </p:spPr>
        </p:sp>
        <p:sp>
          <p:nvSpPr>
            <p:cNvPr id="41" name="TextBox 40"/>
            <p:cNvSpPr txBox="1"/>
            <p:nvPr userDrawn="1"/>
          </p:nvSpPr>
          <p:spPr>
            <a:xfrm>
              <a:off x="7158747" y="4621292"/>
              <a:ext cx="312906" cy="369332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ru-RU" b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latin typeface="Iner"/>
                </a:rPr>
                <a:t>1</a:t>
              </a:r>
            </a:p>
          </p:txBody>
        </p:sp>
        <p:sp>
          <p:nvSpPr>
            <p:cNvPr id="42" name="TextBox 41"/>
            <p:cNvSpPr txBox="1"/>
            <p:nvPr userDrawn="1"/>
          </p:nvSpPr>
          <p:spPr>
            <a:xfrm>
              <a:off x="7158747" y="5572839"/>
              <a:ext cx="312906" cy="369332"/>
            </a:xfrm>
            <a:prstGeom prst="rect">
              <a:avLst/>
            </a:prstGeom>
            <a:solidFill>
              <a:srgbClr val="F3F3F3"/>
            </a:solidFill>
          </p:spPr>
          <p:txBody>
            <a:bodyPr wrap="none" rtlCol="0">
              <a:spAutoFit/>
            </a:bodyPr>
            <a:lstStyle/>
            <a:p>
              <a:r>
                <a:rPr lang="ru-RU" b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latin typeface="Iner"/>
                </a:rPr>
                <a:t>2</a:t>
              </a:r>
            </a:p>
          </p:txBody>
        </p:sp>
        <p:sp>
          <p:nvSpPr>
            <p:cNvPr id="43" name="TextBox 42"/>
            <p:cNvSpPr txBox="1"/>
            <p:nvPr userDrawn="1"/>
          </p:nvSpPr>
          <p:spPr>
            <a:xfrm>
              <a:off x="7154694" y="6429256"/>
              <a:ext cx="312906" cy="369332"/>
            </a:xfrm>
            <a:prstGeom prst="rect">
              <a:avLst/>
            </a:prstGeom>
            <a:solidFill>
              <a:srgbClr val="F3F3F3"/>
            </a:solidFill>
          </p:spPr>
          <p:txBody>
            <a:bodyPr wrap="none" rtlCol="0">
              <a:spAutoFit/>
            </a:bodyPr>
            <a:lstStyle/>
            <a:p>
              <a:r>
                <a:rPr lang="ru-RU" b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latin typeface="Iner"/>
                </a:rPr>
                <a:t>3</a:t>
              </a:r>
            </a:p>
          </p:txBody>
        </p:sp>
      </p:grpSp>
      <p:sp>
        <p:nvSpPr>
          <p:cNvPr id="44" name="TITLE_2"/>
          <p:cNvSpPr>
            <a:spLocks noGrp="1"/>
          </p:cNvSpPr>
          <p:nvPr>
            <p:ph type="body" sz="quarter" idx="14" hasCustomPrompt="1"/>
          </p:nvPr>
        </p:nvSpPr>
        <p:spPr>
          <a:xfrm>
            <a:off x="7070305" y="4131464"/>
            <a:ext cx="2688836" cy="304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{{C_TITLE_2}}</a:t>
            </a:r>
          </a:p>
          <a:p>
            <a:pPr lvl="0"/>
            <a:endParaRPr lang="ru-RU" dirty="0"/>
          </a:p>
        </p:txBody>
      </p:sp>
      <p:sp>
        <p:nvSpPr>
          <p:cNvPr id="45" name="TEXT_2"/>
          <p:cNvSpPr>
            <a:spLocks noGrp="1"/>
          </p:cNvSpPr>
          <p:nvPr>
            <p:ph type="body" sz="quarter" idx="15" hasCustomPrompt="1"/>
          </p:nvPr>
        </p:nvSpPr>
        <p:spPr>
          <a:xfrm>
            <a:off x="7070305" y="4537865"/>
            <a:ext cx="4054895" cy="368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{{C_TEXT_2}}</a:t>
            </a:r>
          </a:p>
        </p:txBody>
      </p:sp>
      <p:sp>
        <p:nvSpPr>
          <p:cNvPr id="46" name="TITLE_1"/>
          <p:cNvSpPr>
            <a:spLocks noGrp="1"/>
          </p:cNvSpPr>
          <p:nvPr>
            <p:ph type="body" sz="quarter" idx="16" hasCustomPrompt="1"/>
          </p:nvPr>
        </p:nvSpPr>
        <p:spPr>
          <a:xfrm>
            <a:off x="2466330" y="3185972"/>
            <a:ext cx="2688836" cy="30483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{{C_TITLE_1}}</a:t>
            </a:r>
          </a:p>
          <a:p>
            <a:pPr lvl="0"/>
            <a:endParaRPr lang="ru-RU" dirty="0"/>
          </a:p>
        </p:txBody>
      </p:sp>
      <p:sp>
        <p:nvSpPr>
          <p:cNvPr id="47" name="TEXT_1"/>
          <p:cNvSpPr>
            <a:spLocks noGrp="1"/>
          </p:cNvSpPr>
          <p:nvPr>
            <p:ph type="body" sz="quarter" idx="17" hasCustomPrompt="1"/>
          </p:nvPr>
        </p:nvSpPr>
        <p:spPr>
          <a:xfrm>
            <a:off x="1100271" y="3592373"/>
            <a:ext cx="4054895" cy="368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{{C_TEXT_1}}</a:t>
            </a:r>
          </a:p>
        </p:txBody>
      </p:sp>
      <p:sp>
        <p:nvSpPr>
          <p:cNvPr id="48" name="TITLE_3"/>
          <p:cNvSpPr>
            <a:spLocks noGrp="1"/>
          </p:cNvSpPr>
          <p:nvPr>
            <p:ph type="body" sz="quarter" idx="18" hasCustomPrompt="1"/>
          </p:nvPr>
        </p:nvSpPr>
        <p:spPr>
          <a:xfrm>
            <a:off x="2466330" y="4987881"/>
            <a:ext cx="2688836" cy="30483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{{C_TITLE_3}}</a:t>
            </a:r>
          </a:p>
          <a:p>
            <a:pPr lvl="0"/>
            <a:endParaRPr lang="ru-RU" dirty="0"/>
          </a:p>
        </p:txBody>
      </p:sp>
      <p:sp>
        <p:nvSpPr>
          <p:cNvPr id="49" name="TEXT_3"/>
          <p:cNvSpPr>
            <a:spLocks noGrp="1"/>
          </p:cNvSpPr>
          <p:nvPr>
            <p:ph type="body" sz="quarter" idx="19" hasCustomPrompt="1"/>
          </p:nvPr>
        </p:nvSpPr>
        <p:spPr>
          <a:xfrm>
            <a:off x="1100271" y="5394282"/>
            <a:ext cx="4054895" cy="368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defRPr>
            </a:lvl5pPr>
          </a:lstStyle>
          <a:p>
            <a:pPr lvl="0"/>
            <a:r>
              <a:rPr lang="en-US" dirty="0"/>
              <a:t>{{C_TEXT_3}}</a:t>
            </a:r>
          </a:p>
        </p:txBody>
      </p:sp>
    </p:spTree>
    <p:extLst>
      <p:ext uri="{BB962C8B-B14F-4D97-AF65-F5344CB8AC3E}">
        <p14:creationId xmlns:p14="http://schemas.microsoft.com/office/powerpoint/2010/main" val="2930086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2310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216074"/>
            <a:ext cx="5105400" cy="198209"/>
          </a:xfrm>
        </p:spPr>
        <p:txBody>
          <a:bodyPr/>
          <a:lstStyle/>
          <a:p>
            <a:r>
              <a:rPr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NukeMatPredictor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Подбор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материалов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ядерной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инженерии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МИФИ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(и не только)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Picture background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02" r="2520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" y="4225426"/>
            <a:ext cx="2636520" cy="1809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/>
          <p:cNvSpPr>
            <a:spLocks noGrp="1"/>
          </p:cNvSpPr>
          <p:nvPr>
            <p:ph type="title"/>
          </p:nvPr>
        </p:nvSpPr>
        <p:spPr>
          <a:xfrm>
            <a:off x="427521" y="1398510"/>
            <a:ext cx="5302719" cy="2280982"/>
          </a:xfrm>
        </p:spPr>
        <p:txBody>
          <a:bodyPr/>
          <a:lstStyle/>
          <a:p>
            <a:pPr algn="ctr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NukeMatPredictor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это веб-сайт, который за секунды подбирает оптимальные материалы для ядерного оборудования, прогнозируя их поведение под воздействием температуры, облучения и коррозии.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920" y="836264"/>
            <a:ext cx="5775960" cy="3862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134952" y="2285654"/>
            <a:ext cx="3970823" cy="304832"/>
          </a:xfrm>
        </p:spPr>
        <p:txBody>
          <a:bodyPr/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и исследования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Текст 16"/>
          <p:cNvSpPr>
            <a:spLocks noGrp="1"/>
          </p:cNvSpPr>
          <p:nvPr>
            <p:ph type="body" sz="quarter" idx="13"/>
          </p:nvPr>
        </p:nvSpPr>
        <p:spPr>
          <a:xfrm>
            <a:off x="4134952" y="2648730"/>
            <a:ext cx="7095023" cy="283220"/>
          </a:xfrm>
        </p:spPr>
        <p:txBody>
          <a:bodyPr/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Курсовые и дипломы развивают  навыки в  ядерной сфере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Заголовок 15"/>
          <p:cNvSpPr>
            <a:spLocks noGrp="1"/>
          </p:cNvSpPr>
          <p:nvPr>
            <p:ph type="title"/>
          </p:nvPr>
        </p:nvSpPr>
        <p:spPr>
          <a:xfrm>
            <a:off x="3326386" y="946114"/>
            <a:ext cx="5977270" cy="444531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аудитория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4967610" y="3380653"/>
            <a:ext cx="3970823" cy="304832"/>
          </a:xfrm>
        </p:spPr>
        <p:txBody>
          <a:bodyPr/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Роль аспирантов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5042835" y="3748039"/>
            <a:ext cx="6186164" cy="283220"/>
          </a:xfrm>
        </p:spPr>
        <p:txBody>
          <a:bodyPr/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Аспиранты углубляют исследования и поддерживают студентов.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Инженеры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Инженеры применяют знания в реальных ядерных проектах.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732" r="732"/>
          <a:stretch>
            <a:fillRect/>
          </a:stretch>
        </p:blipFill>
        <p:spPr/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Наш проект п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обществу в следу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щих аспектах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Экономия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времени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студентов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Placeholder 6" descr="imag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732" r="732"/>
          <a:stretch>
            <a:fillRect/>
          </a:stretch>
        </p:blipFill>
        <p:spPr>
          <a:xfrm>
            <a:off x="8837182" y="1709195"/>
            <a:ext cx="821434" cy="833645"/>
          </a:xfrm>
        </p:spPr>
      </p:pic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написании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курсовых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Placeholder 8" descr="image.png"/>
          <p:cNvPicPr>
            <a:picLocks noGrp="1" noChangeAspect="1"/>
          </p:cNvPicPr>
          <p:nvPr>
            <p:ph type="pic" sz="quarter" idx="17"/>
          </p:nvPr>
        </p:nvPicPr>
        <p:blipFill>
          <a:blip r:embed="rId4"/>
          <a:srcRect l="732" r="732"/>
          <a:stretch>
            <a:fillRect/>
          </a:stretch>
        </p:blipFill>
        <p:spPr/>
      </p:pic>
      <p:sp>
        <p:nvSpPr>
          <p:cNvPr id="10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5744466" y="5136662"/>
            <a:ext cx="2970796" cy="1066018"/>
          </a:xfrm>
        </p:spPr>
        <p:txBody>
          <a:bodyPr/>
          <a:lstStyle/>
          <a:p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Аспирантам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быстрой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проверки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Placeholder 10" descr="image.png"/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l="732" r="732"/>
          <a:stretch>
            <a:fillRect/>
          </a:stretch>
        </p:blipFill>
        <p:spPr/>
      </p:pic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>
          <a:xfrm>
            <a:off x="8715262" y="5136661"/>
            <a:ext cx="2688836" cy="957341"/>
          </a:xfrm>
        </p:spPr>
        <p:txBody>
          <a:bodyPr/>
          <a:lstStyle/>
          <a:p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Инженерам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эффективные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12" y="617722"/>
            <a:ext cx="4022313" cy="268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cture background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05" r="27705"/>
          <a:stretch>
            <a:fillRect/>
          </a:stretch>
        </p:blipFill>
        <p:spPr bwMode="auto">
          <a:xfrm>
            <a:off x="625267" y="3416038"/>
            <a:ext cx="2430363" cy="2997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648388" y="275066"/>
            <a:ext cx="5659632" cy="444531"/>
          </a:xfrm>
        </p:spPr>
        <p:txBody>
          <a:bodyPr/>
          <a:lstStyle/>
          <a:p>
            <a:r>
              <a:rPr lang="ru-RU" dirty="0" smtClean="0"/>
              <a:t>Основное решение</a:t>
            </a:r>
            <a:r>
              <a:rPr lang="en-US" dirty="0" smtClean="0"/>
              <a:t>, </a:t>
            </a:r>
            <a:r>
              <a:rPr lang="ru-RU" dirty="0" smtClean="0"/>
              <a:t>ожидаемый результат, польза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5730021" y="931960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720" y="1208865"/>
            <a:ext cx="5811301" cy="3599881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22" y="1080315"/>
            <a:ext cx="6321856" cy="3216465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936" y="3898756"/>
            <a:ext cx="5141699" cy="260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76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336546" y="812769"/>
            <a:ext cx="5659632" cy="444531"/>
          </a:xfrm>
        </p:spPr>
        <p:txBody>
          <a:bodyPr/>
          <a:lstStyle/>
          <a:p>
            <a:r>
              <a:rPr lang="ru-RU" dirty="0" smtClean="0"/>
              <a:t>Представление команды</a:t>
            </a:r>
            <a:r>
              <a:rPr lang="en-US" dirty="0" smtClean="0"/>
              <a:t>: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1"/>
          </p:nvPr>
        </p:nvSpPr>
        <p:spPr>
          <a:xfrm>
            <a:off x="1030226" y="1257300"/>
            <a:ext cx="10470894" cy="3225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Амир –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Leader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(основная роль),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Developer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(вспомогательная роль)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Богдан –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Developer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(основная роль)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Вероника –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Developer and Designer</a:t>
            </a:r>
          </a:p>
          <a:p>
            <a:pPr>
              <a:lnSpc>
                <a:spcPct val="150000"/>
              </a:lnSpc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4.Соня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Developer and Designer</a:t>
            </a:r>
          </a:p>
          <a:p>
            <a:pPr>
              <a:lnSpc>
                <a:spcPct val="150000"/>
              </a:lnSpc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5.Саша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Analyst(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роль)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Frontend developer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(вспомогательная роль)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6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" y="4225426"/>
            <a:ext cx="2636520" cy="1809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423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</TotalTime>
  <Words>127</Words>
  <Application>Microsoft Office PowerPoint</Application>
  <PresentationFormat>Широкоэкранный</PresentationFormat>
  <Paragraphs>22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Calibri</vt:lpstr>
      <vt:lpstr>Iner</vt:lpstr>
      <vt:lpstr>Inter</vt:lpstr>
      <vt:lpstr>Times New Roman</vt:lpstr>
      <vt:lpstr>Тема Office</vt:lpstr>
      <vt:lpstr>NukeMatPredictor: Подбор материалов для ядерной инженерии МИФИ(и не только)</vt:lpstr>
      <vt:lpstr>NukeMatPredictor -  это веб-сайт, который за секунды подбирает оптимальные материалы для ядерного оборудования, прогнозируя их поведение под воздействием температуры, облучения и коррозии.</vt:lpstr>
      <vt:lpstr>Целевая аудитория</vt:lpstr>
      <vt:lpstr>Наш проект поможет обществу в следующих аспектах:</vt:lpstr>
      <vt:lpstr>Основное решение, ожидаемый результат, польза</vt:lpstr>
      <vt:lpstr>Представление команды: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Госпожа Староста</dc:creator>
  <cp:lastModifiedBy>Учетная запись Майкрософт</cp:lastModifiedBy>
  <cp:revision>51</cp:revision>
  <dcterms:created xsi:type="dcterms:W3CDTF">2025-04-10T12:39:56Z</dcterms:created>
  <dcterms:modified xsi:type="dcterms:W3CDTF">2026-02-27T23:01:59Z</dcterms:modified>
</cp:coreProperties>
</file>